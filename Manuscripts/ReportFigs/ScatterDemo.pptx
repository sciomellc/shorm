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"/>
  </p:notesMasterIdLst>
  <p:sldIdLst>
    <p:sldId id="256" r:id="rId2"/>
    <p:sldId id="257" r:id="rId3"/>
    <p:sldId id="258" r:id="rId4"/>
  </p:sldIdLst>
  <p:sldSz cx="6858000" cy="9174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D4ECC9-CC03-B94D-94DD-912E7E8B40E2}" v="4" dt="2026-02-19T21:33:37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255"/>
  </p:normalViewPr>
  <p:slideViewPr>
    <p:cSldViewPr snapToGrid="0">
      <p:cViewPr varScale="1">
        <p:scale>
          <a:sx n="55" d="100"/>
          <a:sy n="55" d="100"/>
        </p:scale>
        <p:origin x="3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, Ying (NIH/NIEHS) [F]" userId="f3351207-9ce7-4a29-ab74-5fe270738334" providerId="ADAL" clId="{DC1D6C2D-6C94-58FE-945A-9CFD37BD2A7E}"/>
    <pc:docChg chg="undo custSel addSld modSld">
      <pc:chgData name="Jin, Ying (NIH/NIEHS) [F]" userId="f3351207-9ce7-4a29-ab74-5fe270738334" providerId="ADAL" clId="{DC1D6C2D-6C94-58FE-945A-9CFD37BD2A7E}" dt="2026-02-26T18:08:01.335" v="136" actId="14100"/>
      <pc:docMkLst>
        <pc:docMk/>
      </pc:docMkLst>
      <pc:sldChg chg="addSp modSp mod">
        <pc:chgData name="Jin, Ying (NIH/NIEHS) [F]" userId="f3351207-9ce7-4a29-ab74-5fe270738334" providerId="ADAL" clId="{DC1D6C2D-6C94-58FE-945A-9CFD37BD2A7E}" dt="2026-02-19T21:08:47.462" v="4" actId="404"/>
        <pc:sldMkLst>
          <pc:docMk/>
          <pc:sldMk cId="1857312271" sldId="256"/>
        </pc:sldMkLst>
        <pc:spChg chg="add mod">
          <ac:chgData name="Jin, Ying (NIH/NIEHS) [F]" userId="f3351207-9ce7-4a29-ab74-5fe270738334" providerId="ADAL" clId="{DC1D6C2D-6C94-58FE-945A-9CFD37BD2A7E}" dt="2026-02-19T21:08:47.462" v="4" actId="404"/>
          <ac:spMkLst>
            <pc:docMk/>
            <pc:sldMk cId="1857312271" sldId="256"/>
            <ac:spMk id="2" creationId="{F814819F-AAC7-A734-C3B6-93EE8B7508BC}"/>
          </ac:spMkLst>
        </pc:spChg>
      </pc:sldChg>
      <pc:sldChg chg="addSp delSp modSp new mod modNotesTx">
        <pc:chgData name="Jin, Ying (NIH/NIEHS) [F]" userId="f3351207-9ce7-4a29-ab74-5fe270738334" providerId="ADAL" clId="{DC1D6C2D-6C94-58FE-945A-9CFD37BD2A7E}" dt="2026-02-26T18:08:01.335" v="136" actId="14100"/>
        <pc:sldMkLst>
          <pc:docMk/>
          <pc:sldMk cId="1535606021" sldId="257"/>
        </pc:sldMkLst>
        <pc:spChg chg="mod">
          <ac:chgData name="Jin, Ying (NIH/NIEHS) [F]" userId="f3351207-9ce7-4a29-ab74-5fe270738334" providerId="ADAL" clId="{DC1D6C2D-6C94-58FE-945A-9CFD37BD2A7E}" dt="2026-02-26T18:07:40.727" v="135" actId="1076"/>
          <ac:spMkLst>
            <pc:docMk/>
            <pc:sldMk cId="1535606021" sldId="257"/>
            <ac:spMk id="2" creationId="{D0D2BB98-D3AE-9E47-494B-889FB8F0D5AE}"/>
          </ac:spMkLst>
        </pc:spChg>
        <pc:picChg chg="add mod ord">
          <ac:chgData name="Jin, Ying (NIH/NIEHS) [F]" userId="f3351207-9ce7-4a29-ab74-5fe270738334" providerId="ADAL" clId="{DC1D6C2D-6C94-58FE-945A-9CFD37BD2A7E}" dt="2026-02-26T18:08:01.335" v="136" actId="14100"/>
          <ac:picMkLst>
            <pc:docMk/>
            <pc:sldMk cId="1535606021" sldId="257"/>
            <ac:picMk id="11" creationId="{A279C42B-45B9-63C8-1A10-4EA0277B88D3}"/>
          </ac:picMkLst>
        </pc:picChg>
        <pc:picChg chg="add mod">
          <ac:chgData name="Jin, Ying (NIH/NIEHS) [F]" userId="f3351207-9ce7-4a29-ab74-5fe270738334" providerId="ADAL" clId="{DC1D6C2D-6C94-58FE-945A-9CFD37BD2A7E}" dt="2026-02-26T18:08:01.335" v="136" actId="14100"/>
          <ac:picMkLst>
            <pc:docMk/>
            <pc:sldMk cId="1535606021" sldId="257"/>
            <ac:picMk id="13" creationId="{E18761AF-C1E4-29AF-381F-06D132D78AC6}"/>
          </ac:picMkLst>
        </pc:picChg>
      </pc:sldChg>
      <pc:sldChg chg="addSp delSp modSp new mod">
        <pc:chgData name="Jin, Ying (NIH/NIEHS) [F]" userId="f3351207-9ce7-4a29-ab74-5fe270738334" providerId="ADAL" clId="{DC1D6C2D-6C94-58FE-945A-9CFD37BD2A7E}" dt="2026-02-19T21:34:08.566" v="134" actId="1076"/>
        <pc:sldMkLst>
          <pc:docMk/>
          <pc:sldMk cId="1842047305" sldId="258"/>
        </pc:sldMkLst>
        <pc:spChg chg="mod">
          <ac:chgData name="Jin, Ying (NIH/NIEHS) [F]" userId="f3351207-9ce7-4a29-ab74-5fe270738334" providerId="ADAL" clId="{DC1D6C2D-6C94-58FE-945A-9CFD37BD2A7E}" dt="2026-02-19T21:33:45.931" v="125" actId="14100"/>
          <ac:spMkLst>
            <pc:docMk/>
            <pc:sldMk cId="1842047305" sldId="258"/>
            <ac:spMk id="2" creationId="{40ECB511-7B2A-CAEA-D39F-8AF7C3E2AD39}"/>
          </ac:spMkLst>
        </pc:spChg>
        <pc:picChg chg="add mod ord">
          <ac:chgData name="Jin, Ying (NIH/NIEHS) [F]" userId="f3351207-9ce7-4a29-ab74-5fe270738334" providerId="ADAL" clId="{DC1D6C2D-6C94-58FE-945A-9CFD37BD2A7E}" dt="2026-02-19T21:34:08.566" v="134" actId="1076"/>
          <ac:picMkLst>
            <pc:docMk/>
            <pc:sldMk cId="1842047305" sldId="258"/>
            <ac:picMk id="5" creationId="{3FBA5321-0993-CF31-D0DC-2FC5D3C74598}"/>
          </ac:picMkLst>
        </pc:picChg>
        <pc:picChg chg="add mod">
          <ac:chgData name="Jin, Ying (NIH/NIEHS) [F]" userId="f3351207-9ce7-4a29-ab74-5fe270738334" providerId="ADAL" clId="{DC1D6C2D-6C94-58FE-945A-9CFD37BD2A7E}" dt="2026-02-19T21:34:05.897" v="133" actId="1076"/>
          <ac:picMkLst>
            <pc:docMk/>
            <pc:sldMk cId="1842047305" sldId="258"/>
            <ac:picMk id="7" creationId="{BD2A1C51-2C04-CF38-216F-C789ECDADC1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01B83-CDD8-594D-A3FB-0682CA8D5D91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4888" y="1143000"/>
            <a:ext cx="2308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B1443-74A0-EC45-A967-344C7ACE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45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B1443-74A0-EC45-A967-344C7ACEF8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57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B1443-74A0-EC45-A967-344C7ACEF8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67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01420"/>
            <a:ext cx="5829300" cy="319396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18560"/>
            <a:ext cx="5143500" cy="221496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92B0-3AB8-2F45-A6EC-C118D69994F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D4C6-A27C-844E-9B24-AC4B3F823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07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92B0-3AB8-2F45-A6EC-C118D69994F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D4C6-A27C-844E-9B24-AC4B3F823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2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87173"/>
            <a:ext cx="5915025" cy="3816196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39472"/>
            <a:ext cx="5915025" cy="200684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92B0-3AB8-2F45-A6EC-C118D69994F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D4C6-A27C-844E-9B24-AC4B3F823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48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42196"/>
            <a:ext cx="2914650" cy="5820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42196"/>
            <a:ext cx="2914650" cy="5820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92B0-3AB8-2F45-A6EC-C118D69994F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D4C6-A27C-844E-9B24-AC4B3F823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8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8441"/>
            <a:ext cx="5915025" cy="1773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8945"/>
            <a:ext cx="2901255" cy="110217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51118"/>
            <a:ext cx="2901255" cy="4928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8945"/>
            <a:ext cx="2915543" cy="110217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51118"/>
            <a:ext cx="2915543" cy="4928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92B0-3AB8-2F45-A6EC-C118D69994F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D4C6-A27C-844E-9B24-AC4B3F823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7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92B0-3AB8-2F45-A6EC-C118D69994F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D4C6-A27C-844E-9B24-AC4B3F823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97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92B0-3AB8-2F45-A6EC-C118D69994F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D4C6-A27C-844E-9B24-AC4B3F823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4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11611"/>
            <a:ext cx="2211884" cy="214063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20912"/>
            <a:ext cx="3471863" cy="651960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52249"/>
            <a:ext cx="2211884" cy="509888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92B0-3AB8-2F45-A6EC-C118D69994F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D4C6-A27C-844E-9B24-AC4B3F823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02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11611"/>
            <a:ext cx="2211884" cy="214063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20912"/>
            <a:ext cx="3471863" cy="651960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52249"/>
            <a:ext cx="2211884" cy="509888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92B0-3AB8-2F45-A6EC-C118D69994F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D4C6-A27C-844E-9B24-AC4B3F823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4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92B0-3AB8-2F45-A6EC-C118D69994F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D4C6-A27C-844E-9B24-AC4B3F823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2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8439"/>
            <a:ext cx="1478756" cy="77746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8439"/>
            <a:ext cx="4350544" cy="77746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92B0-3AB8-2F45-A6EC-C118D69994F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8D4C6-A27C-844E-9B24-AC4B3F823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5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8441"/>
            <a:ext cx="5915025" cy="1773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42196"/>
            <a:ext cx="5915025" cy="5820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503092"/>
            <a:ext cx="1543050" cy="4884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692B0-3AB8-2F45-A6EC-C118D69994F7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503092"/>
            <a:ext cx="2314575" cy="4884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503092"/>
            <a:ext cx="1543050" cy="4884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8D4C6-A27C-844E-9B24-AC4B3F823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4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Chart, line chart, scatter chart&#10;&#10;AI-generated content may be incorrect.">
            <a:extLst>
              <a:ext uri="{FF2B5EF4-FFF2-40B4-BE49-F238E27FC236}">
                <a16:creationId xmlns:a16="http://schemas.microsoft.com/office/drawing/2014/main" id="{00F67CDB-85E6-4361-B6C5-6EC187A6F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66" y="1043806"/>
            <a:ext cx="5503978" cy="330238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31C04E8-4342-45A1-CDEE-FB90625B9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66" y="4587081"/>
            <a:ext cx="5503978" cy="33023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14819F-AAC7-A734-C3B6-93EE8B7508BC}"/>
              </a:ext>
            </a:extLst>
          </p:cNvPr>
          <p:cNvSpPr txBox="1"/>
          <p:nvPr/>
        </p:nvSpPr>
        <p:spPr>
          <a:xfrm>
            <a:off x="721066" y="457200"/>
            <a:ext cx="52653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Chemical: Annatto Oil Soluble (NCGC00372615-01)</a:t>
            </a:r>
          </a:p>
        </p:txBody>
      </p:sp>
    </p:spTree>
    <p:extLst>
      <p:ext uri="{BB962C8B-B14F-4D97-AF65-F5344CB8AC3E}">
        <p14:creationId xmlns:p14="http://schemas.microsoft.com/office/powerpoint/2010/main" val="185731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2BB98-D3AE-9E47-494B-889FB8F0D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26" y="406969"/>
            <a:ext cx="5915025" cy="611697"/>
          </a:xfrm>
        </p:spPr>
        <p:txBody>
          <a:bodyPr>
            <a:noAutofit/>
          </a:bodyPr>
          <a:lstStyle/>
          <a:p>
            <a:r>
              <a:rPr lang="en-US" sz="2400" dirty="0"/>
              <a:t>Turmeric (lot 90H73) (NCGC00372872-01)</a:t>
            </a:r>
          </a:p>
        </p:txBody>
      </p:sp>
      <p:pic>
        <p:nvPicPr>
          <p:cNvPr id="11" name="Content Placeholder 10" descr="Chart, line chart, scatter chart&#10;&#10;AI-generated content may be incorrect.">
            <a:extLst>
              <a:ext uri="{FF2B5EF4-FFF2-40B4-BE49-F238E27FC236}">
                <a16:creationId xmlns:a16="http://schemas.microsoft.com/office/drawing/2014/main" id="{A279C42B-45B9-63C8-1A10-4EA0277B8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1488" y="1376045"/>
            <a:ext cx="5915025" cy="3549015"/>
          </a:xfrm>
          <a:prstGeom prst="rect">
            <a:avLst/>
          </a:prstGeom>
        </p:spPr>
      </p:pic>
      <p:pic>
        <p:nvPicPr>
          <p:cNvPr id="13" name="Picture 12" descr="Graphical user interface, chart&#10;&#10;AI-generated content may be incorrect.">
            <a:extLst>
              <a:ext uri="{FF2B5EF4-FFF2-40B4-BE49-F238E27FC236}">
                <a16:creationId xmlns:a16="http://schemas.microsoft.com/office/drawing/2014/main" id="{E18761AF-C1E4-29AF-381F-06D132D78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5028122"/>
            <a:ext cx="6096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606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CB511-7B2A-CAEA-D39F-8AF7C3E2A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8442"/>
            <a:ext cx="5915025" cy="422604"/>
          </a:xfrm>
        </p:spPr>
        <p:txBody>
          <a:bodyPr>
            <a:normAutofit/>
          </a:bodyPr>
          <a:lstStyle/>
          <a:p>
            <a:r>
              <a:rPr lang="en-US" sz="2000" dirty="0"/>
              <a:t>Kava kava extract (lot 562) (NCGC00372872-01)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BA5321-0993-CF31-D0DC-2FC5D3C74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919" y="1073965"/>
            <a:ext cx="5915025" cy="3549015"/>
          </a:xfrm>
          <a:prstGeom prst="rect">
            <a:avLst/>
          </a:prstGeom>
        </p:spPr>
      </p:pic>
      <p:pic>
        <p:nvPicPr>
          <p:cNvPr id="7" name="Picture 6" descr="Chart&#10;&#10;AI-generated content may be incorrect.">
            <a:extLst>
              <a:ext uri="{FF2B5EF4-FFF2-40B4-BE49-F238E27FC236}">
                <a16:creationId xmlns:a16="http://schemas.microsoft.com/office/drawing/2014/main" id="{BD2A1C51-2C04-CF38-216F-C789ECDAD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4785900"/>
            <a:ext cx="6096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47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28</Words>
  <Application>Microsoft Macintosh PowerPoint</Application>
  <PresentationFormat>Custom</PresentationFormat>
  <Paragraphs>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Turmeric (lot 90H73) (NCGC00372872-01)</vt:lpstr>
      <vt:lpstr>Kava kava extract (lot 562) (NCGC00372872-01)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Jin, Ying (NIH/NIEHS) [F]</dc:creator>
  <cp:lastModifiedBy>Jin, Ying (NIH/NIEHS) [F]</cp:lastModifiedBy>
  <cp:revision>1</cp:revision>
  <dcterms:created xsi:type="dcterms:W3CDTF">2026-02-19T19:26:26Z</dcterms:created>
  <dcterms:modified xsi:type="dcterms:W3CDTF">2026-02-26T18:08:11Z</dcterms:modified>
</cp:coreProperties>
</file>